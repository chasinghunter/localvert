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914400"/>
            <a:ext cx="7315200" cy="1143000"/>
          </a:xfrm>
          <a:prstGeom prst="rect">
            <a:avLst/>
          </a:prstGeom>
        </p:spPr>
        <p:txBody>
          <a:bodyPr/>
          <a:lstStyle/>
          <a:p>
            <a:r>
              <a:rPr lang="en-US" sz="4000"/>
              <a:t>Hello Localvert</a:t>
            </a:r>
          </a:p>
        </p:txBody>
      </p:sp>
    </p:spTree>
  </p:cSld>
</p:sld>
</file>